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Welcome everyone. Today I'm going to show you how we can use GitHub Copilot SDK combined with the JIRA MCP Server to create an intelligent bug triage system.</a:t>
            </a:r>
          </a:p>
          <a:p/>
          <a:p>
            <a:r>
              <a:t>The key problem: engineering teams get flooded with alerts from monitoring tools. Many correspond to bugs already tracked in JIRA. Today, engineers manually search JIRA, compare descriptions, and decide whether to create a new issue. This is time-consuming and error-prone.</a:t>
            </a:r>
          </a:p>
          <a:p/>
          <a:p>
            <a:r>
              <a:t>Our solution automates this entire workflow using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Engineering teams receive hundreds of alerts per week. When an on-call engineer gets an alert, they need to check if it's a known issue, find the JIRA ticket, and either link to it or create a new one.</a:t>
            </a:r>
          </a:p>
          <a:p/>
          <a:p>
            <a:r>
              <a:t>Studies show ~30% of newly created bugs are duplicates. At 15 minutes per triage across hundreds of alerts, this adds up to significant engineering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Three-stage pipeline:</a:t>
            </a:r>
          </a:p>
          <a:p/>
          <a:p>
            <a:r>
              <a:t>1. ALERT SOURCES: Ingest from any monitoring tool, normalize into standard format.</a:t>
            </a:r>
          </a:p>
          <a:p/>
          <a:p>
            <a:r>
              <a:t>2. COPILOT SDK + MCP: The brain. Creates an AI session with JIRA tools. The AI autonomously searches, compares, and scores confidence.</a:t>
            </a:r>
          </a:p>
          <a:p/>
          <a:p>
            <a:r>
              <a:t>3. OUTCOME: High confidence (&gt;70%) = link to existing. No match = create new bug.</a:t>
            </a:r>
          </a:p>
          <a:p/>
          <a:p>
            <a:r>
              <a:t>Key innovation: the AI doesn't just keyword-match. It understands that 'high memory on notification-service' relates to 'WebSocket memory leak'.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1. Alert arrives from any source.</a:t>
            </a:r>
          </a:p>
          <a:p>
            <a:r>
              <a:t>2. Normalized into standard format: title, description, severity, metadata.</a:t>
            </a:r>
          </a:p>
          <a:p>
            <a:r>
              <a:t>3. Copilot SDK creates AI session with mcp-atlassian attached.</a:t>
            </a:r>
          </a:p>
          <a:p>
            <a:r>
              <a:t>4. AI calls jira_search with multiple JQL queries (keywords, components, labels).</a:t>
            </a:r>
          </a:p>
          <a:p>
            <a:r>
              <a:t>5. For each match, AI reads full details and compares semantically.</a:t>
            </a:r>
          </a:p>
          <a:p>
            <a:r>
              <a:t>6. Based on confidence, links to existing or creates new.</a:t>
            </a:r>
          </a:p>
          <a:p/>
          <a:p>
            <a:r>
              <a:t>MCP (Model Context Protocol) is the standard that makes this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[SWITCH TO TERMINAL - run: npm run demo]</a:t>
            </a:r>
          </a:p>
          <a:p/>
          <a:p>
            <a:r>
              <a:t>Scenario 1: PagerDuty alert about NullPointerException in auth service. AI searches JIRA and finds existing bug DEMO-3.</a:t>
            </a:r>
          </a:p>
          <a:p/>
          <a:p>
            <a:r>
              <a:t>Scenario 2: Datadog reports high memory on notification-service. Existing bug DEMO-4 is about WebSocket memory leak - same root cause, different words.</a:t>
            </a:r>
          </a:p>
          <a:p/>
          <a:p>
            <a:r>
              <a:t>Scenario 3: Sentry detects TypeError in Safari chart rendering. DEMO-6 matches.</a:t>
            </a:r>
          </a:p>
          <a:p/>
          <a:p>
            <a:r>
              <a:t>Scenario 4: CloudWatch Lambda timeout - genuinely new, no match. AI creates a new well-formatted JIRA issue.</a:t>
            </a:r>
          </a:p>
          <a:p/>
          <a:p>
            <a:r>
              <a:t>[SHOW JIRA BOARD after to verify new issue was created]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The system is source-agnostic. We built normalizers for popular tools but also support raw error logs and generic webhooks.</a:t>
            </a:r>
          </a:p>
          <a:p/>
          <a:p>
            <a:r>
              <a:t>The log parser handles JSON and standard timestamp-level-service format. Extracts stack traces and maps log levels to severity.</a:t>
            </a:r>
          </a:p>
          <a:p/>
          <a:p>
            <a:r>
              <a:t>[DEMO: npx tsx src/index.ts analyze --file examples/sample-alerts.json]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[SHOW JIRA BOARD IN BROWSER]</a:t>
            </a:r>
          </a:p>
          <a:p/>
          <a:p>
            <a:r>
              <a:t>We seeded 20 realistic bugs mirroring real-world scenarios. They span auth, API, frontend, database, security, infra, and more.</a:t>
            </a:r>
          </a:p>
          <a:p/>
          <a:p>
            <a:r>
              <a:t>Each has detailed descriptions with stack traces, impact analysis. Some are In Progress, one is Done. Realistic board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TIME: 15min manual triage -&gt; 30sec automated. 95% reduction.</a:t>
            </a:r>
          </a:p>
          <a:p/>
          <a:p>
            <a:r>
              <a:t>ACCURACY: AI catches semantic matches humans miss. 'high memory' = 'WebSocket leak'.</a:t>
            </a:r>
          </a:p>
          <a:p/>
          <a:p>
            <a:r>
              <a:t>CONSISTENCY: Works 24/7. No duplicates from tired on-call engineers.</a:t>
            </a:r>
          </a:p>
          <a:p/>
          <a:p>
            <a:r>
              <a:t>VISIBILITY: Every decision logged with confidence scores and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The core code is remarkably simple.</a:t>
            </a:r>
          </a:p>
          <a:p/>
          <a:p>
            <a:r>
              <a:t>1. Create a CopilotClient and start a session</a:t>
            </a:r>
          </a:p>
          <a:p>
            <a:r>
              <a:t>2. Attach mcp-atlassian MCP server - runs locally via uvx</a:t>
            </a:r>
          </a:p>
          <a:p>
            <a:r>
              <a:t>3. Specify which tools the AI can use</a:t>
            </a:r>
          </a:p>
          <a:p>
            <a:r>
              <a:t>4. Send a prompt instructing the AI to search and decide</a:t>
            </a:r>
          </a:p>
          <a:p>
            <a:r>
              <a:t>5. AI autonomously calls JIRA tools and returns structured result</a:t>
            </a:r>
          </a:p>
          <a:p/>
          <a:p>
            <a:r>
              <a:t>The prompt engineering instructs the AI to try multiple search strategies and return a confidence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Phase 1: Connect to real monitoring in production. Webhook server is built.</a:t>
            </a:r>
          </a:p>
          <a:p>
            <a:r>
              <a:t>Phase 2: Add Confluence - AI searches runbooks alongside JIRA issues.</a:t>
            </a:r>
          </a:p>
          <a:p>
            <a:r>
              <a:t>Phase 3: Trigger automated remediation via GitHub Actions.</a:t>
            </a:r>
          </a:p>
          <a:p>
            <a:r>
              <a:t>Phase 4: Feedback loop for improving accuracy.</a:t>
            </a:r>
          </a:p>
          <a:p/>
          <a:p>
            <a:r>
              <a:t>Code is open source on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/>
          <a:p>
            <a:r>
              <a:t>Thank you! Happy to answer questions.</a:t>
            </a:r>
          </a:p>
          <a:p/>
          <a:p>
            <a:r>
              <a:t>Key links:</a:t>
            </a:r>
          </a:p>
          <a:p>
            <a:r>
              <a:t>- GitHub: github.com/sautalwar/JIRA</a:t>
            </a:r>
          </a:p>
          <a:p>
            <a:r>
              <a:t>- JIRA: talwarsaurabh-1770668373217.atlassian.net</a:t>
            </a:r>
          </a:p>
          <a:p>
            <a:r>
              <a:t>- Copilot SDK: github.com/github/copilot-sdk</a:t>
            </a:r>
          </a:p>
          <a:p>
            <a:r>
              <a:t>- mcp-atlassian: github.com/sooperset/mcp-atlassian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JIRA BUG 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Intelligent Bug Triage with</a:t>
            </a:r>
            <a:br/>
            <a:r>
              <a:t>GitHub Copilot SDK +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9D1D9"/>
                </a:solidFill>
                <a:latin typeface="Segoe UI"/>
              </a:defRPr>
            </a:pPr>
            <a:r>
              <a:t>Automating alert analysis • Duplicate detection • Smart bug creation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10515600" cy="36576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Powered by GitHub Copilot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Connected via Model Context Protocol (MCP)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JIRA Cloud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Alert Fatigue &amp; Duplicate Bugs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10515600" cy="8229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286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883E"/>
                </a:solidFill>
                <a:latin typeface="Segoe UI"/>
              </a:defRPr>
            </a:pPr>
            <a:r>
              <a:t>500+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377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9D1D9"/>
                </a:solidFill>
                <a:latin typeface="Segoe UI"/>
              </a:defRPr>
            </a:pPr>
            <a:r>
              <a:t>alerts/week from monitoring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515600" cy="8229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337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2918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883E"/>
                </a:solidFill>
                <a:latin typeface="Segoe UI"/>
              </a:defRPr>
            </a:pPr>
            <a: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383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9D1D9"/>
                </a:solidFill>
                <a:latin typeface="Segoe UI"/>
              </a:defRPr>
            </a:pPr>
            <a:r>
              <a:t>of new bugs are duplicates of existing issues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10515600" cy="8229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343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⏱️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29767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883E"/>
                </a:solidFill>
                <a:latin typeface="Segoe UI"/>
              </a:defRPr>
            </a:pPr>
            <a:r>
              <a:t>15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3891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9D1D9"/>
                </a:solidFill>
                <a:latin typeface="Segoe UI"/>
              </a:defRPr>
            </a:pPr>
            <a:r>
              <a:t>average time to manually search &amp; triage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12080"/>
            <a:ext cx="10515600" cy="8229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349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303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883E"/>
                </a:solidFill>
                <a:latin typeface="Segoe UI"/>
              </a:defRPr>
            </a:pPr>
            <a:r>
              <a:t>$50K+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3949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9D1D9"/>
                </a:solidFill>
                <a:latin typeface="Segoe UI"/>
              </a:defRPr>
            </a:pPr>
            <a:r>
              <a:t>annual cost in wasted engineering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AI-Powered Bug Triage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2926080" cy="18288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  <a:latin typeface="Segoe UI"/>
              </a:defRPr>
            </a:pPr>
            <a:r>
              <a:t>Alert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• PagerDuty incidents</a:t>
            </a:r>
            <a:br/>
            <a:r>
              <a:t>• Datadog monitors</a:t>
            </a:r>
            <a:br/>
            <a:r>
              <a:t>• Sentry error clusters</a:t>
            </a:r>
            <a:br/>
            <a:r>
              <a:t>• Application error logs</a:t>
            </a:r>
            <a:br/>
            <a:r>
              <a:t>• Custom webhooks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9260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194560"/>
            <a:ext cx="3200400" cy="18288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C8CFF"/>
                </a:solidFill>
                <a:latin typeface="Segoe UI"/>
              </a:defRPr>
            </a:pPr>
            <a:r>
              <a:t>Copilot SDK + MCP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8346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• AI analyzes the alert</a:t>
            </a:r>
            <a:br/>
            <a:r>
              <a:t>• Searches JIRA via MCP</a:t>
            </a:r>
            <a:br/>
            <a:r>
              <a:t>• Compares descriptions</a:t>
            </a:r>
            <a:br/>
            <a:r>
              <a:t>• Scores confidence</a:t>
            </a:r>
            <a:br/>
            <a:r>
              <a:t>• Makes 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9260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2194560"/>
            <a:ext cx="2926080" cy="18288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Segoe UI"/>
              </a:defRPr>
            </a:pPr>
            <a:r>
              <a:t>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8346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• Link to existing issue</a:t>
            </a:r>
            <a:br/>
            <a:r>
              <a:t>  (with confidence %)</a:t>
            </a:r>
            <a:br/>
            <a:r>
              <a:t>• Create new bug</a:t>
            </a:r>
            <a:br/>
            <a:r>
              <a:t>  (well-formatted)</a:t>
            </a:r>
            <a:br/>
            <a:r>
              <a:t>• Add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10698480" cy="13716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663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Key Technology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212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(1) GitHub Copilot SDK - AI runtime with tool-calling   (2) mcp-atlassian - 72 JIRA tools via MCP   (3) Model Context Protocol - standardized AI-tool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How It Works Under the Hood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645920" cy="16459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0883E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Alert Arrives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PagerDuty/Datadog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949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39" y="2011680"/>
            <a:ext cx="1645920" cy="16459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79" y="2103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8A6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2651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Normalize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108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Standard format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949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2011680"/>
            <a:ext cx="1645920" cy="16459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1999" y="2103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C8C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2651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Copilot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3108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SDK + MCP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949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2011680"/>
            <a:ext cx="1645920" cy="16459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19" y="2103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8A6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19" y="2651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Search JIRA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19" y="3108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JQL via 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949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011680"/>
            <a:ext cx="1645920" cy="16459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2103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C8C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651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Compare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108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AI reasoning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949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20" y="2011680"/>
            <a:ext cx="1645920" cy="16459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95560" y="2103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FB950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2651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Take 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3108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Link or Create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114800"/>
            <a:ext cx="5029200" cy="21031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C8CFF"/>
                </a:solidFill>
                <a:latin typeface="Segoe UI"/>
              </a:defRPr>
            </a:pPr>
            <a:r>
              <a:t>MCP Server Tools Used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6634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jira_search        Search with JQL queries</a:t>
            </a:r>
            <a:br/>
            <a:r>
              <a:t>jira_get_issue    Get full issue details</a:t>
            </a:r>
            <a:br/>
            <a:r>
              <a:t>jira_create_issue  Create new bugs</a:t>
            </a:r>
            <a:br/>
            <a:r>
              <a:t>jira_add_comment  Add context to existing</a:t>
            </a:r>
            <a:br/>
            <a:r>
              <a:t>jira_list_projects  Discover projects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114800"/>
            <a:ext cx="5029200" cy="21031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AI Decision Logic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6634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Confidence &gt; 70%   = Link to existing issue</a:t>
            </a:r>
            <a:br/>
            <a:r>
              <a:t>Confidence 40-70% = Suggest match, create new</a:t>
            </a:r>
            <a:br/>
            <a:r>
              <a:t>Confidence &lt; 40%   = Create new bug</a:t>
            </a:r>
            <a:br/>
            <a:br/>
            <a:r>
              <a:t>Factors: error type, service, stack trace,</a:t>
            </a:r>
            <a:br/>
            <a:r>
              <a:t>         component, description similarity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Segoe U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Let's See It In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0515600" cy="8229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14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Scenario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PagerDuty: Auth NullPointerException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514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FB950"/>
                </a:solidFill>
                <a:latin typeface="Segoe UI"/>
              </a:defRPr>
            </a:pPr>
            <a:r>
              <a:t>Should find existing DEMO-3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515600" cy="8229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Scenario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5204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Datadog: High memory on notification-svc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520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FB950"/>
                </a:solidFill>
                <a:latin typeface="Segoe UI"/>
              </a:defRPr>
            </a:pPr>
            <a:r>
              <a:t>Should match WebSocket leak DEMO-4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515600" cy="8229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526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Scenario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5262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Sentry: Safari chart rendering TypeError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526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FB950"/>
                </a:solidFill>
                <a:latin typeface="Segoe UI"/>
              </a:defRPr>
            </a:pPr>
            <a:r>
              <a:t>Should match Safari bug DEMO-6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94960"/>
            <a:ext cx="10515600" cy="82296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532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Scenario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5321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CloudWatch: Lambda timeout in payments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532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8A6FF"/>
                </a:solidFill>
                <a:latin typeface="Segoe UI"/>
              </a:defRPr>
            </a:pPr>
            <a:r>
              <a:t>Should create NEW bug (no match)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Segoe UI"/>
              </a:defRPr>
            </a:pPr>
            <a:r>
              <a:t>Command:   npm run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883E"/>
                </a:solidFill>
                <a:latin typeface="Segoe UI"/>
              </a:defRPr>
            </a:pPr>
            <a:r>
              <a:t>MULTI-SOURCE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Works With Any Alert Source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868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PagerDuty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Incident webhooks with urgency mapping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303520" cy="868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Datadog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Monitor alerts with metric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5303520" cy="868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Error clusters with stack traces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063240"/>
            <a:ext cx="5303520" cy="868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CloudWatch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AWS Lambda and infra alerts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5303520" cy="868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51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Prometheus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Metric-based alerting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114800"/>
            <a:ext cx="5303520" cy="868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251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Error Logs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Parse .log files (JSON + standard)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66360"/>
            <a:ext cx="5303520" cy="868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Webhooks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HTTP POST from any system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166360"/>
            <a:ext cx="5303520" cy="868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Manual CLI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Ad-hoc analysis from terminal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Segoe UI"/>
              </a:defRPr>
            </a:pPr>
            <a:r>
              <a:t>JIRA INSTANCE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20 Realistic Bugs Across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868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148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3 bugs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NPE, token reuse, SSO 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868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148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4 bugs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Rate limiter, CORS, webhooks, GraphQL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63240"/>
            <a:ext cx="5303520" cy="868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200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2 bugs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Safari rendering, dark mode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063240"/>
            <a:ext cx="5303520" cy="868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200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2 bugs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Connection pool, N+1 queries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14800"/>
            <a:ext cx="5303520" cy="868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251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2 bugs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617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SQL injection, token expiry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114800"/>
            <a:ext cx="5303520" cy="868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Infra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251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3 bugs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617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K8s probes, ES corruption, memory leak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166360"/>
            <a:ext cx="5303520" cy="868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303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Payments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53035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1 bug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Race condition, duplicate charges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166360"/>
            <a:ext cx="5303520" cy="868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5303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Mobile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3035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1 bug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Android 14 camera crash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8A6FF"/>
                </a:solidFill>
                <a:latin typeface="Segoe UI"/>
              </a:defRPr>
            </a:pPr>
            <a:r>
              <a:t>Board: talwarsaurabh-1770668373217.atlassian.net/jira/software/projects/DEMO/board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Segoe UI"/>
              </a:defRPr>
            </a:pPr>
            <a: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ROI &amp;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515600" cy="9144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57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Time Saved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057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15 min to 30 sec per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468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95% reduction in triage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10515600" cy="9144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54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154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30% duplicate rate to ~5%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566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AI catches matches humans miss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10515600" cy="9144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2519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Consistency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2519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24/7 automated 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663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No missed alerts during off-hours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515600" cy="9144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349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Visibility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349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Full 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760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Every decision logged with reasoning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C8CFF"/>
                </a:solidFill>
                <a:latin typeface="Segoe UI"/>
              </a:defRPr>
            </a:pPr>
            <a:r>
              <a:t>TECHNICAL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Key Code Walkthrough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515600" cy="41148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Consolas"/>
              </a:defRPr>
            </a:pPr>
            <a:r>
              <a:t>// Create Copilot session with JIRA MCP server</a:t>
            </a:r>
            <a:br/>
            <a:r>
              <a:t>const session = await client.createSession({</a:t>
            </a:r>
            <a:br/>
            <a:r>
              <a:t>  model: "gpt-4o",</a:t>
            </a:r>
            <a:br/>
            <a:r>
              <a:t>  mcpServers: {</a:t>
            </a:r>
            <a:br/>
            <a:r>
              <a:t>    atlassian: {</a:t>
            </a:r>
            <a:br/>
            <a:r>
              <a:t>      type: "local",</a:t>
            </a:r>
            <a:br/>
            <a:r>
              <a:t>      command: "uvx",</a:t>
            </a:r>
            <a:br/>
            <a:r>
              <a:t>      args: ["mcp-atlassian"],</a:t>
            </a:r>
            <a:br/>
            <a:r>
              <a:t>      env: {</a:t>
            </a:r>
            <a:br/>
            <a:r>
              <a:t>        JIRA_URL: process.env.JIRA_URL,</a:t>
            </a:r>
            <a:br/>
            <a:r>
              <a:t>        JIRA_USERNAME: process.env.JIRA_USERNAME,</a:t>
            </a:r>
            <a:br/>
            <a:r>
              <a:t>        JIRA_API_TOKEN: process.env.JIRA_API_TOKEN,</a:t>
            </a:r>
            <a:br/>
            <a:r>
              <a:t>      },</a:t>
            </a:r>
            <a:br/>
            <a:r>
              <a:t>      tools: ["jira_search", "jira_get_issue",</a:t>
            </a:r>
            <a:br/>
            <a:r>
              <a:t>              "jira_create_issue", "jira_add_comment"],</a:t>
            </a:r>
            <a:br/>
            <a:r>
              <a:t>    },</a:t>
            </a:r>
            <a:br/>
            <a:r>
              <a:t>  },</a:t>
            </a:r>
            <a:br/>
            <a:r>
              <a:t>});</a:t>
            </a:r>
            <a:br/>
            <a:br/>
            <a:r>
              <a:t>// Send prompt - AI calls JIRA tools autonomously</a:t>
            </a:r>
            <a:br/>
            <a:r>
              <a:t>const result = await session.sendAndWait({ prompt });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883E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Roadmap &amp; Expansion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515600" cy="9144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83E"/>
                </a:solidFill>
                <a:latin typeface="Segoe UI"/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1031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Production Webhook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468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Connect to real PagerDuty/Datadog for live triage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10515600" cy="9144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83E"/>
                </a:solidFill>
                <a:latin typeface="Segoe UI"/>
              </a:defRPr>
            </a:pPr>
            <a: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200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Confluence Knowledge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566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Add Confluence MCP to search runbooks alongside JIRA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10515600" cy="9144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976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83E"/>
                </a:solidFill>
                <a:latin typeface="Segoe UI"/>
              </a:defRPr>
            </a:pPr>
            <a:r>
              <a:t>Phase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29767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Auto-Remediation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6634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Trigger automated fixes for known issues via GitHub 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515600" cy="9144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39495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83E"/>
                </a:solidFill>
                <a:latin typeface="Segoe UI"/>
              </a:defRPr>
            </a:pPr>
            <a: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39495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Learning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760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Feed triage decisions back to improve future accuracy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852160"/>
            <a:ext cx="10515600" cy="36576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8A6FF"/>
                </a:solidFill>
                <a:latin typeface="Segoe UI"/>
              </a:defRPr>
            </a:pPr>
            <a:r>
              <a:t>github.com/sautalwar/JIRA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3200400"/>
            <a:ext cx="4846320" cy="36576"/>
          </a:xfrm>
          <a:prstGeom prst="round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8A6FF"/>
                </a:solidFill>
                <a:latin typeface="Segoe UI"/>
              </a:defRPr>
            </a:pPr>
            <a:r>
              <a:t>github.com/sautalwar/JIRA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JIRA: talwarsaurabh-1770668373217.atlassian.net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GitHub Copilot SDK  |  MCP Protocol  |  mcp-atlassian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